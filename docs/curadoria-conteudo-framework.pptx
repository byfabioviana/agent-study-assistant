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16459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Sistema de Curadoria de Conteudo Academico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PARA + Zettelkasten + CODE | Google Drive + Squad de 8 Agentes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Calibri"/>
              </a:rPr>
              <a:t>Pesquisa rapida, contexto persistente, autoria autentica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B41B"/>
                </a:solidFill>
                <a:latin typeface="Calibri"/>
              </a:rPr>
              <a:t>Mestrado | 2026-05-07 |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 problema que estamos resolvendo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Calibri"/>
              </a:rPr>
              <a:t>Tres frictions tipicas na pesquisa academica assistida por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8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3816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65760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097280"/>
            <a:ext cx="365760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0700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Curadoria pulverizada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20700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Conhecimento se perde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20700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Texto soa de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828800"/>
            <a:ext cx="32918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380"/>
                </a:solidFill>
                <a:latin typeface="Calibri"/>
              </a:rPr>
              <a:t>Sintoma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103120"/>
            <a:ext cx="32918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Resultados de IA misturam fontes confiaveis, blogs e alucinacoes. Sem gatekeeper que valide cada afirmacao.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828800"/>
            <a:ext cx="32918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380"/>
                </a:solidFill>
                <a:latin typeface="Calibri"/>
              </a:rPr>
              <a:t>Sintoma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103120"/>
            <a:ext cx="32918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Insights ficam em conversas dispersas, sem estrutura cumulativa. Cada sessao recomeca do zero.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828800"/>
            <a:ext cx="32918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380"/>
                </a:solidFill>
                <a:latin typeface="Calibri"/>
              </a:rPr>
              <a:t>Sintoma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03120"/>
            <a:ext cx="32918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Detectores acusam padrao estatistico (baixa burstiness, vocabulario previsivel). Texto sem voz autoral.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380"/>
                </a:solidFill>
                <a:latin typeface="Calibri"/>
              </a:rPr>
              <a:t>Causa raiz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80560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Falta de fluxo Capture &gt; Validate &gt; Distill antes de armazenar.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206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380"/>
                </a:solidFill>
                <a:latin typeface="Calibri"/>
              </a:rPr>
              <a:t>Causa raiz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480560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Falta de camada Zettelkasten / segundo cerebro persistente.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206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380"/>
                </a:solidFill>
                <a:latin typeface="Calibri"/>
              </a:rPr>
              <a:t>Causa raiz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480560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Texto gerado em uma unica passada sem reescrita autoral ancorada na voz do aluno.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Sistema de Curadoria Academica - Squad de Agentes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6019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Visao geral - 3 frameworks combinados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Calibri"/>
              </a:rPr>
              <a:t>Cada um cobre uma camada do problema; juntos formam o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5760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0" cy="82296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Tiago Forte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Organizacao por nivel de acionabilidade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329184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50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• Projects: tem prazo</a:t>
            </a:r>
          </a:p>
          <a:p>
            <a:pPr>
              <a:lnSpc>
                <a:spcPct val="150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• Areas: continuas</a:t>
            </a:r>
          </a:p>
          <a:p>
            <a:pPr>
              <a:lnSpc>
                <a:spcPct val="150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• Resources: tematicos</a:t>
            </a:r>
          </a:p>
          <a:p>
            <a:pPr>
              <a:lnSpc>
                <a:spcPct val="150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• Archive: concluido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365760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188720"/>
            <a:ext cx="3657600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2801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Zettelkasten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691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Niklas Luhmann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945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Notas atomicas linkadas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43200"/>
            <a:ext cx="329184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50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• Uma ideia por nota</a:t>
            </a:r>
          </a:p>
          <a:p>
            <a:pPr>
              <a:lnSpc>
                <a:spcPct val="150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• Voz do aluno</a:t>
            </a:r>
          </a:p>
          <a:p>
            <a:pPr>
              <a:lnSpc>
                <a:spcPct val="150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• Links bidirecionais</a:t>
            </a:r>
          </a:p>
          <a:p>
            <a:pPr>
              <a:lnSpc>
                <a:spcPct val="150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• Crescimento organico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188720"/>
            <a:ext cx="3657600" cy="822960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2801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Calibri"/>
              </a:rPr>
              <a:t>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691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Tiago Forte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1945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Workflow de processamento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743200"/>
            <a:ext cx="329184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50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• Capture (inbox)</a:t>
            </a:r>
          </a:p>
          <a:p>
            <a:pPr>
              <a:lnSpc>
                <a:spcPct val="150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• Organize (PARA)</a:t>
            </a:r>
          </a:p>
          <a:p>
            <a:pPr>
              <a:lnSpc>
                <a:spcPct val="150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• Distill (Zettel)</a:t>
            </a:r>
          </a:p>
          <a:p>
            <a:pPr>
              <a:lnSpc>
                <a:spcPct val="150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• Express (drafts)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Sistema de Curadoria Academica - Squad de Agentes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6019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Plataforma escolhida: Google Drive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Calibri"/>
              </a:rPr>
              <a:t>Trade-off analisado contra OneDrive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Criterio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2344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Google Drive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2344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OneDrive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2344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Vencedor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6479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Espaco gratuito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76479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15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6479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5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176479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Calibri"/>
              </a:rPr>
              <a:t>GDrive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219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OCR em PDFs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2219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Nativo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2219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Limitado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2219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Calibri"/>
              </a:rPr>
              <a:t>GDrive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2471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6791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Integracao Scholar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791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Library nativa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6791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Nao 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26791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Calibri"/>
              </a:rPr>
              <a:t>GDrive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363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Google Colab (analise)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1363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Nativo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1363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Nao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1363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Calibri"/>
              </a:rPr>
              <a:t>GDrive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5935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Word/Excel desktop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5935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Compativel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5935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Nativo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5935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7A8C"/>
                </a:solidFill>
                <a:latin typeface="Calibri"/>
              </a:rPr>
              <a:t>OneDrive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0507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Versao gratis universidade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0507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Workspace EDU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0507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M365 EDU 1TB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0507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6B7380"/>
                </a:solidFill>
                <a:latin typeface="Calibri"/>
              </a:rPr>
              <a:t>Depende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50799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Versionamento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450799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100 versoes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50799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25 versoes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450799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Calibri"/>
              </a:rPr>
              <a:t>GDrive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Decisao: Google Drive como default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Migre para OneDrive APENAS se sua universidade oferecer M365 EDU com 1TB e voce trabalhar intensivo no Word desktop + EndNote/Mendeley.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Sistema de Curadoria Academica - Squad de Agentes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6019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Estrutura de pastas no Google Drive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Calibri"/>
              </a:rPr>
              <a:t>Numeracao 00-99 garante ordem visual estavel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onsolas"/>
              </a:rPr>
              <a:t>Mestrado-{Tema}/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813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0392B"/>
                </a:solidFill>
                <a:latin typeface="Consolas"/>
              </a:rPr>
              <a:t>|-- 00_Inbox/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7393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7A8C"/>
                </a:solidFill>
                <a:latin typeface="Consolas"/>
              </a:rPr>
              <a:t>|-- 01_Projects/  (P do PARA: tem prazo)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6654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onsolas"/>
              </a:rPr>
              <a:t>|-- 2026-Dissertacao/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591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onsolas"/>
              </a:rPr>
              <a:t>|-- 2026-Q3-Artigo-Periodico/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5176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onsolas"/>
              </a:rPr>
              <a:t>|-- 2026-Q4-Qualificacao/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4436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7A8C"/>
                </a:solidFill>
                <a:latin typeface="Consolas"/>
              </a:rPr>
              <a:t>|-- 02_Areas/  (A do PARA: continuas)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36975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onsolas"/>
              </a:rPr>
              <a:t>|-- Linha-Pesquisa/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29583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onsolas"/>
              </a:rPr>
              <a:t>|-- Orientacao/  | Disciplinas/  | Carreira-Academica/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22191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7A8C"/>
                </a:solidFill>
                <a:latin typeface="Consolas"/>
              </a:rPr>
              <a:t>|-- 03_Resources/  (R do PARA: tematicos)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1480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onsolas"/>
              </a:rPr>
              <a:t>|-- Bibliografia/ (PDFs/, Fichamentos/, biblio.bib)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40740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B41B"/>
                </a:solidFill>
                <a:latin typeface="Consolas"/>
              </a:rPr>
              <a:t>|-- Notas-Atomicas/  &lt;-- nucleo Zettelkasten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70001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onsolas"/>
              </a:rPr>
              <a:t>|-- Templates/  | Metodos/  | Glossario/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9262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7A8C"/>
                </a:solidFill>
                <a:latin typeface="Consolas"/>
              </a:rPr>
              <a:t>|-- 04_Archive/  (concluido ou inativo)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8523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onsolas"/>
              </a:rPr>
              <a:t>|-- 99_Sandbox/  (rascunhos descartaveis)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5029200"/>
            <a:ext cx="393192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5074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Calibri"/>
              </a:rPr>
              <a:t>Por que esta numeracao?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5349240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Drive ordena lexicograficamente. 00 fica no topo (lembra de processar). 99 vai para o fundo (isola experimentos).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Sistema de Curadoria Academica - Squad de Agentes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6019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Convencao de nomenclatura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Calibri"/>
              </a:rPr>
              <a:t>YYYYMMDD-tipo-slug-em-kebab-case.ext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E8B41B"/>
                </a:solidFill>
                <a:latin typeface="Consolas"/>
              </a:rPr>
              <a:t>20260507-lit-foucault-vigiar-punir.md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Calibri"/>
              </a:rPr>
              <a:t>data ISO ordenavel    tipo    slug em kebab-case    extensao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365760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914400" cy="7772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517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Fichamento de literatura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468880"/>
            <a:ext cx="365760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468880"/>
            <a:ext cx="914400" cy="7772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60604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nota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6517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Nota atomica permanente (Zettel)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468880"/>
            <a:ext cx="365760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468880"/>
            <a:ext cx="914400" cy="7772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60604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draft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6517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Rascunho de texto autoral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83280"/>
            <a:ext cx="365760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383280"/>
            <a:ext cx="914400" cy="7772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52044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dado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5661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Dataset bruto/tratado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383280"/>
            <a:ext cx="365760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383280"/>
            <a:ext cx="914400" cy="7772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352044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fig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5661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Figura, diagrama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3383280"/>
            <a:ext cx="365760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3383280"/>
            <a:ext cx="914400" cy="7772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52044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tab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5661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Tabela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297680"/>
            <a:ext cx="365760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297680"/>
            <a:ext cx="914400" cy="7772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43484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4805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Apresentacao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4297680"/>
            <a:ext cx="365760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80" y="4297680"/>
            <a:ext cx="914400" cy="7772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443484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audio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44805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Audio (entrevista, voz do aluno)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4297680"/>
            <a:ext cx="365760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4297680"/>
            <a:ext cx="914400" cy="7772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443484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transcript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4805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Transcricao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212080"/>
            <a:ext cx="365760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212080"/>
            <a:ext cx="914400" cy="7772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34924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analise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3040" y="53949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Output de analise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80" y="5212080"/>
            <a:ext cx="365760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97680" y="5212080"/>
            <a:ext cx="914400" cy="7772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97680" y="534924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peer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0" y="53949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Peer review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5212080"/>
            <a:ext cx="365760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38160" y="5212080"/>
            <a:ext cx="914400" cy="7772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38160" y="534924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meeting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53949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Ata de orientacao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Sistema de Curadoria Academica - Squad de Agentes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6019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Workflow CODE adaptado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Calibri"/>
              </a:rPr>
              <a:t>Como o conteudo flui pelas pastas e pelos agentes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74320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4320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onsolas"/>
              </a:rPr>
              <a:t>00_Inbox/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2468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Tudo cai aqui sem julgamento.
PDF, foto, audio, snippet.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572000"/>
            <a:ext cx="246888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6634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380"/>
                </a:solidFill>
                <a:latin typeface="Calibri"/>
              </a:rPr>
              <a:t>AGENTE PRINCIPAL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93776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academic-researcher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08960" y="3383280"/>
            <a:ext cx="274320" cy="365760"/>
          </a:xfrm>
          <a:prstGeom prst="rightArrow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188720"/>
            <a:ext cx="274320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188720"/>
            <a:ext cx="2743200" cy="64008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2801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ORGANIZE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onsolas"/>
              </a:rPr>
              <a:t>03_Resources/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68880"/>
            <a:ext cx="2468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Move para PARA.
PDFs, biblio.bib, etc.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4572000"/>
            <a:ext cx="2468880" cy="457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46634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380"/>
                </a:solidFill>
                <a:latin typeface="Calibri"/>
              </a:rPr>
              <a:t>AGENTE PRINCIPAL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93776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citation-manager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80760" y="3383280"/>
            <a:ext cx="274320" cy="365760"/>
          </a:xfrm>
          <a:prstGeom prst="rightArrow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188720"/>
            <a:ext cx="274320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1188720"/>
            <a:ext cx="2743200" cy="640080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2801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</a:rPr>
              <a:t>DISTILL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onsolas"/>
              </a:rPr>
              <a:t>Notas-Atomicas/permanent/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468880"/>
            <a:ext cx="2468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Uma ideia por nota.
Links bidirecionais.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4572000"/>
            <a:ext cx="2468880" cy="45720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6634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380"/>
                </a:solidFill>
                <a:latin typeface="Calibri"/>
              </a:rPr>
              <a:t>AGENTE PRINCIPAL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93776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knowledge-architect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052560" y="3383280"/>
            <a:ext cx="274320" cy="365760"/>
          </a:xfrm>
          <a:prstGeom prst="rightArrow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81160" y="1188720"/>
            <a:ext cx="274320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81160" y="1188720"/>
            <a:ext cx="2743200" cy="6400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12801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EXPRESS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onsolas"/>
              </a:rPr>
              <a:t>01_Projects/{atual}/drafts/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2468880"/>
            <a:ext cx="2468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Texto autoral.
Validate &gt; Humanize &gt; Peer.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8320" y="4572000"/>
            <a:ext cx="2468880" cy="4572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0" y="46634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380"/>
                </a:solidFill>
                <a:latin typeface="Calibri"/>
              </a:rPr>
              <a:t>AGENTE PRINCIPAL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493776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academic-writer + voice-humanizer + peer-reviewer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Sistema de Curadoria Academica - Squad de Agentes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6019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Squad de 8 agentes - mapa de fluxo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Calibri"/>
              </a:rPr>
              <a:t>Cada agente atua sobre pastas especificas do Google Drive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0" y="1188720"/>
            <a:ext cx="2103120" cy="6400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32588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VOCE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Calibri"/>
              </a:rPr>
              <a:t>(mestrando)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2286000" cy="41148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methodology-advisor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Desenho metodologico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377440"/>
            <a:ext cx="2286000" cy="41148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4231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academic-researcher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346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Curadoria de fontes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2377440"/>
            <a:ext cx="22860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24231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source-validator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8346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Anti-alucinacao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377440"/>
            <a:ext cx="2286000" cy="411480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4231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Consolas"/>
              </a:rPr>
              <a:t>knowledge-architect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8346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Zettelkasten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572000"/>
            <a:ext cx="2286000" cy="4114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177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academic-writer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Redacao ABNT/APA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4572000"/>
            <a:ext cx="2286000" cy="411480"/>
          </a:xfrm>
          <a:prstGeom prst="rect">
            <a:avLst/>
          </a:prstGeom>
          <a:solidFill>
            <a:srgbClr val="6B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46177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citation-manager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029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Bibliografia .bib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4572000"/>
            <a:ext cx="2286000" cy="411480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46177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Consolas"/>
              </a:rPr>
              <a:t>voice-humanizer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029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Voz autoral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4572000"/>
            <a:ext cx="22860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46177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peer-reviewer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5029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Banca simulada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Sistema de Curadoria Academica - Squad de Agentes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6019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Como cada agente atua no Drive (1/4)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Calibri"/>
              </a:rPr>
              <a:t>Pesquisa: methodology-advisor + academic-researcher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76072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760720" cy="4572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methodology-advisor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LE de: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- 02_Areas/Orientacao/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- 01_Projects/{atual}/README.md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memory/project_thesis.md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ESCREVE em: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- 01_Projects/{atual}/metodologia.md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memory/project_methodology.md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INTEGRACAO Drive: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Usa Google Docs para metodologia se quiser comentarios do orientador. Mantem `memory/` versionado.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9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TRIGGER: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Inicio de cada novo projeto (artigo, capitulo, dissertacao)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188720"/>
            <a:ext cx="576072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188720"/>
            <a:ext cx="5760720" cy="4572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26187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academic-researcher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LE de: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57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memory/project_thesis.md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331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memory/project_keywords.md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17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ESCREVE em: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291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- 03_Resources/Bibliografia/PDFs/{citekey}.pdf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566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- 01_Projects/{atual}/research/{data}-{slug}/sources.md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06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INTEGRACAO Drive: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48056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Aproveita botao Scholar &gt; Save to Drive. Ao encontrar DOI, aciona citation-manager.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349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TRIGGER: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6235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Revisao de literatura, busca dirigida, atualizacao do estado da arte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Sistema de Curadoria Academica - Squad de Agentes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6019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Como cada agente atua no Drive (2/4)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Calibri"/>
              </a:rPr>
              <a:t>Validacao e organizacao: source-validator + knowledge-architect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76072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7607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source-validator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LE de: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- 01_Projects/{atual}/drafts/*.md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- 03_Resources/Bibliografia/biblio.bib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ESCREVE em: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- 01_Projects/{atual}/peer-review/{data}-validacao-{slug}.md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INTEGRACAO Drive: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Outputs ficam dentro do projeto auditado. Nunca em recursos compartilhados.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6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TRIGGER: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APOS qualquer output de IA. ANTES de qualquer submissao.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188720"/>
            <a:ext cx="576072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188720"/>
            <a:ext cx="5760720" cy="457200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26187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Consolas"/>
              </a:rPr>
              <a:t>knowledge-architect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LE de: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057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PDFs em Bibliografia/PDFs/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31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Fichamentos brutos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606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Audios dictados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017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ESCREVE em: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291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- 03_Resources/Bibliografia/Fichamentos/{citekey}.md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66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- 03_Resources/Notas-Atomicas/permanent/{ts}-{slug}.md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840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- 03_Resources/Notas-Atomicas/index/moc-{tema}.md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434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INTEGRACAO Drive: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70916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Notas-Atomicas/ e o nucleo do segundo cerebro. Backup adicional em git privado recomendado.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486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TRIGGER: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76072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 cada leitura concluida, insight, ou no rito quinzenal de promocao raw&gt;refined&gt;connected.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Sistema de Curadoria Academica - Squad de Agentes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6019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Como cada agente atua no Drive (3/4)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Calibri"/>
              </a:rPr>
              <a:t>Producao: academic-writer + citation-manager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76072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760720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academic-writer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LE de: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Notas-Atomicas/permanent/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biblio.bib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memory/user_writing_voice.md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ESCREVE em: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- 01_Projects/{atual}/drafts/{capitulo}.md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INTEGRACAO Drive: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8056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Ao terminar capitulo, exporta .md &gt; .docx (Pandoc) para enviar ao orientador via Google Docs.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TRIGGER: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Sprint de redacao. Sempre apos o aluno selecionar 8-12 notas conectadas.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188720"/>
            <a:ext cx="576072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188720"/>
            <a:ext cx="5760720" cy="457200"/>
          </a:xfrm>
          <a:prstGeom prst="rect">
            <a:avLst/>
          </a:prstGeom>
          <a:solidFill>
            <a:srgbClr val="6B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26187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citation-manager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LE de: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057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Listas de referencias em qualquer formato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DOIs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017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ESCREVE em: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291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- 03_Resources/Bibliografia/biblio.bib (UNICO no Drive)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66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- 01_Projects/{atual}/referencias-{norma}.md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06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INTEGRACAO Drive: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48056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biblio.bib e arquivo unico compartilhado entre todos os capitulos. Versionado pelo Drive.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49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TRIGGER: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6235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Toda nova fonte. Antes de cada submissao. Conversao entre normas.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Sistema de Curadoria Academica - Squad de Agentes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6019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Como cada agente atua no Drive (4/4)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Calibri"/>
              </a:rPr>
              <a:t>Polimento: voice-humanizer + peer-reviewer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76072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760720" cy="457200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Consolas"/>
              </a:rPr>
              <a:t>voice-humanizer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LE de: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memory/voice_questionnaire.md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memory/user_writing_voice.md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drafts a humanizar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ESCREVE em: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memory/user_writing_voice.md (ATUALIZA)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drafts reescritos em colaboracao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memory/voice_calibration_log.md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INTEGRACAO Drive: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0916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Aplica QUESTIONARIO de calibracao na primeira sessao. Aprende voz do aluno e atualiza perfil ao longo do tempo.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32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TRIGGER: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064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Antes de qualquer submissao. Re-calibracao trimestral.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188720"/>
            <a:ext cx="576072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188720"/>
            <a:ext cx="57607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26187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peer-reviewer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LE 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057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drafts completos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331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metodologia.md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606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biblio.bib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880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MOCs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017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ESCREVE em: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291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- 01_Projects/{atual}/peer-review/{data}-banca-{slug}.md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434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INTEGRACAO Drive: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70916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Gera versao .docx para imprimir e levar a reuniao com orientador. Mantem banco de perguntas em memory/banca_questions.md.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32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TRIGGER: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8064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ANTES de qualificacao, defesa ou submissao a revista.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Sistema de Curadoria Academica - Squad de Agentes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6019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voice-humanizer: questionario de calibracao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Calibri"/>
              </a:rPr>
              <a:t>21 perguntas em 5 blocos. Aplicado na primeira sessao.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868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280160" cy="86868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Bloco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280160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Identidade academica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60020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Area, nivel de formalidade, eu/nos/impessoal, autores admirados/rejeitados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48840"/>
            <a:ext cx="11247120" cy="868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48840"/>
            <a:ext cx="1280160" cy="8686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Bloco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240280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Repertorio linguistico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56032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5 palavras que voce usa, 5 que rejeita, frase curta/longa, verbo padrao de posicionamento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11247120" cy="868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1280160" cy="868680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918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Bloco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10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200400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Habitos de escrita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52044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Direto/oral/manual, como reage ao bloqueio, tempo em revisao, sensacao ao reler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69080"/>
            <a:ext cx="11247120" cy="868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069080"/>
            <a:ext cx="1280160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5196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Bloco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262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160520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Posicionamento e ethos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48056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Conciliador/provocador/didatico/sintetico, como aborda autor citado, tema com urgencia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29200"/>
            <a:ext cx="11247120" cy="868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029200"/>
            <a:ext cx="1280160" cy="868680"/>
          </a:xfrm>
          <a:prstGeom prst="rect">
            <a:avLst/>
          </a:prstGeom>
          <a:solidFill>
            <a:srgbClr val="6B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2120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Bloco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864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120640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Materiais para analise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44068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 textos seus bons + 1 odiado + 1 informal (e-mail) para extracao de padroes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Saida: memory/voice_questionnaire.md (bruto) + memory/user_writing_voice.md (perfil destilado)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Sistema de Curadoria Academica - Squad de Agentes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6019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Como achar qualquer coisa em 5 segundos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Calibri"/>
              </a:rPr>
              <a:t>5 estrategias de busca cobrindo todos os 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2377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5029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Drive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8132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Interface oficial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38328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• type:pdf foucault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• before:2026-01-01 type:document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• OCR busca dentro do conteudo do PDF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657600" cy="2377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3657600" cy="50292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2344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Windows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48132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Drive for Desktop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828800"/>
            <a:ext cx="338328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• Ctrl+F no Explorer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• Filtro por nome ISO ordenavel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• Pre-visualizacao instantanea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188720"/>
            <a:ext cx="3657600" cy="2377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188720"/>
            <a:ext cx="3657600" cy="502920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2344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Busca semantica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48132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via knowledge-architect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1828800"/>
            <a:ext cx="338328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• 'Liste notas que conectam Foucault e Deleuze'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• Agente busca por relacao semantica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• Cobre o que tag nao captura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49039"/>
            <a:ext cx="3657600" cy="2377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749039"/>
            <a:ext cx="365760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79475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Busca por tag (grep)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041647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Frontmatter YAML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389119"/>
            <a:ext cx="338328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• grep -lr 'tags:.*foucault' Notas-Atomicas/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• Filtro por status: connected | refined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• Listagem de notas por projeto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749039"/>
            <a:ext cx="3657600" cy="2377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0" y="3749039"/>
            <a:ext cx="3657600" cy="502920"/>
          </a:xfrm>
          <a:prstGeom prst="rect">
            <a:avLst/>
          </a:prstGeom>
          <a:solidFill>
            <a:srgbClr val="6B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379475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MOCs (Map of Content)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041647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Curado manualmente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389119"/>
            <a:ext cx="338328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• Notas-Atomicas/index/moc-{tema}.md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• Portao de entrada por tema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• Comeca aqui antes de buscar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Sistema de Curadoria Academica - Squad de Agentes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6019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Cronograma de adocao - 4 semanas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Calibri"/>
              </a:rPr>
              <a:t>De zero ao primeiro fluxo CODE 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74320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43200" cy="7772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Semana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Estrutura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246888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4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Criar pasta Mestrado-{Tema} no Drive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Replicar arvore PARA + Zettelkasten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Instalar Drive for Desktop (sync local)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Mover material disperso para 00_Inbox/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188720"/>
            <a:ext cx="274320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188720"/>
            <a:ext cx="2743200" cy="7772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280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600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Calibracao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94560"/>
            <a:ext cx="246888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4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Preencher memory/project_thesis.md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Preencher memory/citation_style.md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APLICAR questionario do voice-humanizer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Submeter 3 textos antigos para extracao de voz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188720"/>
            <a:ext cx="274320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188720"/>
            <a:ext cx="2743200" cy="777240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280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Semana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</a:rPr>
              <a:t>Primeiro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194560"/>
            <a:ext cx="246888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4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Capturar 5 fontes via academic-researcher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Validar com source-validator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Fichar com knowledge-architect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Linkar 5 notas atomicas bidirecionalmente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1188720"/>
            <a:ext cx="274320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81160" y="1188720"/>
            <a:ext cx="27432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280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Semana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1600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Primeiro Express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194560"/>
            <a:ext cx="246888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4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Selecionar 8-12 notas conectadas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academic-writer produz mini-secao 1500 palavras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Ciclo: validate &gt; humanize &gt; peer-review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Avaliar e ajustar o sistema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Sistema de Curadoria Academica - Squad de Agentes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6019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Proximos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E8B41B"/>
                </a:solidFill>
                <a:latin typeface="Calibri"/>
              </a:rPr>
              <a:t>Para sair daqui com o sistema operando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E2A4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718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Aprovar este plano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alibri"/>
              </a:rPr>
              <a:t>Revisar pastas, nomenclatura, agentes - ajustar ao seu tema antes de implementar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11880"/>
            <a:ext cx="548640" cy="548640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E2A47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Provisionar o Drive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31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alibri"/>
              </a:rPr>
              <a:t>Criar Mestrado-{Tema}/ com toda a arvore PARA. Instalar Drive for Desktop.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97680"/>
            <a:ext cx="548640" cy="548640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E2A47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434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Aplicar questionario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177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alibri"/>
              </a:rPr>
              <a:t>voice-humanizer aplica os 21 itens. Voce envia 3 textos antigos para calibracao.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83480"/>
            <a:ext cx="548640" cy="548640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E2A47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029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Rodar Sprint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035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alibri"/>
              </a:rPr>
              <a:t>Capturar 5 fontes &gt; validar &gt; fichar &gt; 5 notas atomicas. Validar fluxo end-to-end.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669280"/>
            <a:ext cx="548640" cy="548640"/>
          </a:xfrm>
          <a:prstGeom prst="rect">
            <a:avLst/>
          </a:prstGeom>
          <a:solidFill>
            <a:srgbClr val="E8B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7607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E2A47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7150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Avaliar e iterar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9893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alibri"/>
              </a:rPr>
              <a:t>Apos primeira mini-secao escrita, ajustar prompts dos agentes que falharem.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380"/>
                </a:solidFill>
                <a:latin typeface="Consolas"/>
              </a:rPr>
              <a:t>Documentos: docs/curadoria-conteudo-plano.md  |  agents/  |  .claude/plan/agentes-mestrado-plano.md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